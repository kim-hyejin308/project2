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개요 — 전체 엔티티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18개 테이블 · 131개 컬럼 · 29개 관계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32004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50392"/>
            <a:ext cx="2651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22960"/>
            <a:ext cx="228600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850392"/>
            <a:ext cx="22311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테이블명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822960"/>
            <a:ext cx="128016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850392"/>
            <a:ext cx="12252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한글명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822960"/>
            <a:ext cx="77724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850392"/>
            <a:ext cx="722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컬럼 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822960"/>
            <a:ext cx="128016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850392"/>
            <a:ext cx="122529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그룹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097280"/>
            <a:ext cx="32004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" y="1124712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097280"/>
            <a:ext cx="228600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1124712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097280"/>
            <a:ext cx="128016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1216" y="112471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097280"/>
            <a:ext cx="77724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1376" y="1124712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097280"/>
            <a:ext cx="128016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112471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353312"/>
            <a:ext cx="32004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1380744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353312"/>
            <a:ext cx="228600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138074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admins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1353312"/>
            <a:ext cx="128016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1216" y="138074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관리자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1353312"/>
            <a:ext cx="77724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1376" y="1380744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1353312"/>
            <a:ext cx="1280160" cy="256032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8616" y="138074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1609344"/>
            <a:ext cx="3200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1636776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1609344"/>
            <a:ext cx="228600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1636776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categories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1609344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71216" y="163677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카테고리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1609344"/>
            <a:ext cx="7772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51376" y="1636776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609344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28616" y="163677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1865376"/>
            <a:ext cx="3200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" y="1892807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865376"/>
            <a:ext cx="228600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1892807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1865376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71216" y="1892807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1865376"/>
            <a:ext cx="7772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51376" y="1892807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92040" y="1865376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28616" y="1892807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121408"/>
            <a:ext cx="3200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2148840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2121408"/>
            <a:ext cx="228600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" y="2148840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item_images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34640" y="2121408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71216" y="214884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 이미지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2121408"/>
            <a:ext cx="7772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51376" y="2148840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92040" y="2121408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28616" y="214884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2377440"/>
            <a:ext cx="3200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2404872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2377440"/>
            <a:ext cx="228600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" y="2404872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item_hashtags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2377440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71216" y="240487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 해시태그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0" y="2377440"/>
            <a:ext cx="7772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51376" y="2404872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92040" y="2377440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28616" y="240487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8600" y="2633472"/>
            <a:ext cx="3200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5176" y="2660904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2633472"/>
            <a:ext cx="228600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5216" y="266090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wishlists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2633472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71216" y="266090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관심목록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0" y="2633472"/>
            <a:ext cx="77724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51376" y="2660904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92040" y="2633472"/>
            <a:ext cx="1280160" cy="256032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28616" y="266090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물품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2889504"/>
            <a:ext cx="32004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5176" y="2916936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2889504"/>
            <a:ext cx="228600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" y="2916936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34640" y="2889504"/>
            <a:ext cx="128016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871216" y="291693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거래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0" y="2889504"/>
            <a:ext cx="77724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51376" y="2916936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892040" y="2889504"/>
            <a:ext cx="128016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28616" y="291693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거래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28600" y="3145536"/>
            <a:ext cx="32004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5176" y="3172968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3145536"/>
            <a:ext cx="228600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85216" y="3172968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payments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34640" y="3145536"/>
            <a:ext cx="128016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71216" y="3172968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결제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14800" y="3145536"/>
            <a:ext cx="77724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51376" y="3172968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92040" y="3145536"/>
            <a:ext cx="1280160" cy="256032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928616" y="3172968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거래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3401568"/>
            <a:ext cx="320040" cy="256032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3429000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" y="3401568"/>
            <a:ext cx="2286000" cy="256032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5216" y="3429000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delivery_requests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40" y="3401568"/>
            <a:ext cx="1280160" cy="256032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71216" y="342900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배달대행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14800" y="3401568"/>
            <a:ext cx="777240" cy="256032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51376" y="3429000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892040" y="3401568"/>
            <a:ext cx="1280160" cy="256032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928616" y="342900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배달대행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3657600"/>
            <a:ext cx="3200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5176" y="3685032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3657600"/>
            <a:ext cx="228600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85216" y="3685032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34640" y="3657600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71216" y="368503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채팅방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114800" y="3657600"/>
            <a:ext cx="7772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51376" y="3685032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892040" y="3657600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28616" y="368503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소통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8600" y="3913632"/>
            <a:ext cx="3200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5176" y="3941064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" y="3913632"/>
            <a:ext cx="228600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85216" y="394106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messages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834640" y="3913632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871216" y="394106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메시지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14800" y="3913632"/>
            <a:ext cx="7772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51376" y="3941064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892040" y="3913632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928616" y="394106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소통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8600" y="4169664"/>
            <a:ext cx="3200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5176" y="4197096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48640" y="4169664"/>
            <a:ext cx="228600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85216" y="4197096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notifications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34640" y="4169664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871216" y="419709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알림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114800" y="4169664"/>
            <a:ext cx="77724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151376" y="4197096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9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892040" y="4169664"/>
            <a:ext cx="1280160" cy="256032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28616" y="419709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소통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4425696"/>
            <a:ext cx="3200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4453128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48640" y="4425696"/>
            <a:ext cx="228600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5216" y="4453128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user_blocks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834640" y="4425696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871216" y="4453128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차단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14800" y="4425696"/>
            <a:ext cx="7772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51376" y="4453128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892040" y="4425696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928616" y="4453128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사용자관계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28600" y="4681728"/>
            <a:ext cx="3200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65176" y="4709160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8640" y="4681728"/>
            <a:ext cx="228600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85216" y="4709160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user_reports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834640" y="4681728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871216" y="470916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신고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114800" y="4681728"/>
            <a:ext cx="7772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151376" y="4709160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892040" y="4681728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928616" y="4709160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사용자관계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28600" y="4937760"/>
            <a:ext cx="3200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5176" y="4965192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48640" y="4937760"/>
            <a:ext cx="228600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85216" y="4965192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point_histories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834640" y="4937760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871216" y="496519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포인트 내역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114800" y="4937760"/>
            <a:ext cx="77724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151376" y="4965192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7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892040" y="4937760"/>
            <a:ext cx="1280160" cy="256032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928616" y="4965192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사용자관계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28600" y="5193792"/>
            <a:ext cx="32004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5176" y="5221224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8640" y="5193792"/>
            <a:ext cx="228600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85216" y="5221224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notices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834640" y="5193792"/>
            <a:ext cx="128016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871216" y="522122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공지/이벤트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114800" y="5193792"/>
            <a:ext cx="77724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151376" y="5221224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8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892040" y="5193792"/>
            <a:ext cx="128016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928616" y="5221224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공지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28600" y="5449824"/>
            <a:ext cx="32004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65176" y="5477256"/>
            <a:ext cx="24688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48640" y="5449824"/>
            <a:ext cx="228600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85216" y="5477256"/>
            <a:ext cx="22128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banners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834640" y="5449824"/>
            <a:ext cx="128016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871216" y="547725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메인 배너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114800" y="5449824"/>
            <a:ext cx="77724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51376" y="5477256"/>
            <a:ext cx="70408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7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892040" y="5449824"/>
            <a:ext cx="1280160" cy="256032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928616" y="5477256"/>
            <a:ext cx="1207007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공지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사용자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users · admins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users  (사용자)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email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VARCHAR(100)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password_hash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VARCHAR(255)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name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975104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phone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89987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profile_img_url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04872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trust_score</a:t>
            </a:r>
            <a:r>
              <a:rPr sz="700">
                <a:solidFill>
                  <a:srgbClr val="6B7280"/>
                </a:solidFill>
                <a:latin typeface="맑은 고딕"/>
              </a:rPr>
              <a:t>  DECIMAL(3,2)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19756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point_balance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34639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84378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social_provider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49524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05866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social_id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VARCHAR(100)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264407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7355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is_blocked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479291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48843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694176"/>
            <a:ext cx="2331720" cy="214884"/>
          </a:xfrm>
          <a:prstGeom prst="rect">
            <a:avLst/>
          </a:prstGeom>
          <a:solidFill>
            <a:srgbClr val="DBEAFE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70332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updated_at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822960"/>
            <a:ext cx="2331720" cy="29260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admins  (관리자)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1330452"/>
            <a:ext cx="2331720" cy="214884"/>
          </a:xfrm>
          <a:prstGeom prst="rect">
            <a:avLst/>
          </a:prstGeom>
          <a:solidFill>
            <a:srgbClr val="FCE7F3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username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1545336"/>
            <a:ext cx="2331720" cy="214884"/>
          </a:xfrm>
          <a:prstGeom prst="rect">
            <a:avLst/>
          </a:prstGeom>
          <a:solidFill>
            <a:srgbClr val="FCE7F3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password_hash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VARCHAR(255)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1760219"/>
            <a:ext cx="2331720" cy="214884"/>
          </a:xfrm>
          <a:prstGeom prst="rect">
            <a:avLst/>
          </a:prstGeom>
          <a:solidFill>
            <a:srgbClr val="FCE7F3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물품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categories · items · item_images · item_hashtags · wishlists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25491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1634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categories  (카테고리)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25491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name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parent_id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822960"/>
            <a:ext cx="225491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850392"/>
            <a:ext cx="21634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items  (물품)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115568"/>
            <a:ext cx="225491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1124712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330452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1339596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user_id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545336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79" y="155448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category_id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760219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79" y="1769363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title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1975104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79" y="1984248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description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189987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2199131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trade_type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404872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79" y="2414015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price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619756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262890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deposit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2834639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2843783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status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3049524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79" y="3058668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view_count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264407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79" y="3273551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479291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79" y="3488435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updated_at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822960"/>
            <a:ext cx="225491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850392"/>
            <a:ext cx="21634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item_images  (물품 이미지)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1115568"/>
            <a:ext cx="225491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1124712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1330452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1339596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1545336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155448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image_url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1760219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1769363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order_num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822960"/>
            <a:ext cx="225491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850392"/>
            <a:ext cx="21634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item_hashtags  (물품 해시태그)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1115568"/>
            <a:ext cx="225491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1124712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1330452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1339596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98079" y="1545336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5448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tag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21240" y="822960"/>
            <a:ext cx="2254910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60" y="850392"/>
            <a:ext cx="216347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wishlists  (관심목록)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21240" y="1115568"/>
            <a:ext cx="225491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1124712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21240" y="1330452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66960" y="1339596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user_id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21240" y="1545336"/>
            <a:ext cx="225491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66960" y="1554480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21240" y="1760219"/>
            <a:ext cx="2254910" cy="214884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1769363"/>
            <a:ext cx="2163470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거래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transactions ·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transactions  (거래)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seller_id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buyer_id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975104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trade_type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89987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status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04872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price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19756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deposit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34639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84378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scheduled_at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49524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05866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completed_at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264407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7355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822960"/>
            <a:ext cx="23317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payments  (결제)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transaction_id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payer_id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1760219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payment_type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1975104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amount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2189987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method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2404872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628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status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2619756"/>
            <a:ext cx="2331720" cy="214884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paid_at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배달대행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delivery_requests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delivery_requests  (배달대행)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transaction_id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requester_id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pickup_address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975104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delivery_address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89987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weight</a:t>
            </a:r>
            <a:r>
              <a:rPr sz="700">
                <a:solidFill>
                  <a:srgbClr val="6B7280"/>
                </a:solidFill>
                <a:latin typeface="맑은 고딕"/>
              </a:rPr>
              <a:t>  DECIMAL(5,2)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04872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is_fragile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19756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pickup_method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VARCHAR(100)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34639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84378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fee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49524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05866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status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264407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7355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driver_location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479291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48843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694176"/>
            <a:ext cx="2331720" cy="214884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70332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updated_at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소통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chat_rooms · messages ·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chat_rooms  (채팅방)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transaction_id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sender_id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975104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receiver_id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89987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822960"/>
            <a:ext cx="2331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messages  (메시지)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chat_room_id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sender_id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1760219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content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975104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msg_type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189987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is_read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404872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59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822960"/>
            <a:ext cx="2331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notifications  (알림)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user_id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545336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noti_type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760219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title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VARCHAR(200)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975104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content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2189987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reference_id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404872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reference_type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619756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is_read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2834639"/>
            <a:ext cx="2331720" cy="21488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284378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사용자 관계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user_blocks · user_reports · point_histories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user_blocks  (차단)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blocker_id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blocked_id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22960"/>
            <a:ext cx="23317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user_reports  (신고)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reporter_id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545336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reported_id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760219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item_id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1975104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reason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189987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status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404872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admin_memo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619756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822960"/>
            <a:ext cx="233172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point_histories  (포인트 내역)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user_id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545336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amount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760219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point_type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975104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reference_id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189987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description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2404872"/>
            <a:ext cx="2331720" cy="214884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공지/관리 도메인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notices · banners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33172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notices  (공지/이벤트)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BIGINT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admin_id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45336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notice_type</a:t>
            </a:r>
            <a:r>
              <a:rPr sz="700">
                <a:solidFill>
                  <a:srgbClr val="6B7280"/>
                </a:solidFill>
                <a:latin typeface="맑은 고딕"/>
              </a:rPr>
              <a:t>  ENUM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0219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title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VARCHAR(200)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975104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content</a:t>
            </a:r>
            <a:r>
              <a:rPr sz="700">
                <a:solidFill>
                  <a:srgbClr val="6B7280"/>
                </a:solidFill>
                <a:latin typeface="맑은 고딕"/>
              </a:rPr>
              <a:t> 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89987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is_published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04872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619756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62890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updated_at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822960"/>
            <a:ext cx="2331720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850392"/>
            <a:ext cx="224027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맑은 고딕"/>
              </a:rPr>
              <a:t>banners  (메인 배너)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1115568"/>
            <a:ext cx="2331720" cy="214884"/>
          </a:xfrm>
          <a:prstGeom prst="rect">
            <a:avLst/>
          </a:prstGeom>
          <a:solidFill>
            <a:srgbClr val="FFFBF0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1124712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1">
                <a:solidFill>
                  <a:srgbClr val="B45309"/>
                </a:solidFill>
                <a:latin typeface="맑은 고딕"/>
              </a:rPr>
              <a:t>🔑 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1330452"/>
            <a:ext cx="2331720" cy="214884"/>
          </a:xfrm>
          <a:prstGeom prst="rect">
            <a:avLst/>
          </a:prstGeom>
          <a:solidFill>
            <a:srgbClr val="F8F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339596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6D28D9"/>
                </a:solidFill>
                <a:latin typeface="맑은 고딕"/>
              </a:rPr>
              <a:t>🔗 admin_id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1545336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1554480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image_url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1760219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769363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link_url</a:t>
            </a:r>
            <a:r>
              <a:rPr sz="700">
                <a:solidFill>
                  <a:srgbClr val="6B7280"/>
                </a:solidFill>
                <a:latin typeface="맑은 고딕"/>
              </a:rPr>
              <a:t>  VARCHAR(500)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1975104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1984248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is_active</a:t>
            </a:r>
            <a:r>
              <a:rPr sz="700">
                <a:solidFill>
                  <a:srgbClr val="6B7280"/>
                </a:solidFill>
                <a:latin typeface="맑은 고딕"/>
              </a:rPr>
              <a:t>  BOOLEAN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189987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2199131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display_order</a:t>
            </a:r>
            <a:r>
              <a:rPr sz="700">
                <a:solidFill>
                  <a:srgbClr val="6B7280"/>
                </a:solidFill>
                <a:latin typeface="맑은 고딕"/>
              </a:rPr>
              <a:t>  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04872"/>
            <a:ext cx="2331720" cy="214884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2414015"/>
            <a:ext cx="2240279" cy="196596"/>
          </a:xfrm>
          <a:prstGeom prst="rect">
            <a:avLst/>
          </a:prstGeom>
          <a:noFill/>
        </p:spPr>
        <p:txBody>
          <a:bodyPr wrap="none" lIns="27432" tIns="9144">
            <a:spAutoFit/>
          </a:bodyPr>
          <a:lstStyle/>
          <a:p>
            <a:pPr algn="l"/>
            <a:r>
              <a:rPr sz="750" b="0">
                <a:solidFill>
                  <a:srgbClr val="1F2937"/>
                </a:solidFill>
                <a:latin typeface="맑은 고딕"/>
              </a:rPr>
              <a:t>   created_at</a:t>
            </a:r>
            <a:r>
              <a:rPr sz="700">
                <a:solidFill>
                  <a:srgbClr val="6B7280"/>
                </a:solidFill>
                <a:latin typeface="맑은 고딕"/>
              </a:rPr>
              <a:t>  DATETIME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관계 다이어그램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17317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CA3AF"/>
                </a:solidFill>
                <a:latin typeface="맑은 고딕"/>
              </a:rPr>
              <a:t>주요 FK 관계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56032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50392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자식 테이블 (FK)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822960"/>
            <a:ext cx="182880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1" y="850392"/>
            <a:ext cx="177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컬럼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822960"/>
            <a:ext cx="256032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850392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부모 테이블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822960"/>
            <a:ext cx="1097280" cy="274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850392"/>
            <a:ext cx="10424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카디널리티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0972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" y="1115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0972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5496" y="1115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parent_id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0972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115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categories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0972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4616" y="1115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3258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" y="1344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13258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25496" y="1344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13258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1344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3258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4616" y="1344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15544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" y="1572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5544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5496" y="1572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category_id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7720" y="15544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1572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categories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15544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14616" y="1572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17830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1801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item_images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17830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25496" y="18013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17830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4296" y="1801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17830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14616" y="18013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20116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" y="2029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item_hashtags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88920" y="20116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25496" y="20299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20116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54296" y="2029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20116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14616" y="20299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22402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6" y="2258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wishlists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88920" y="22402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25496" y="2258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17720" y="22402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54296" y="2258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78040" y="22402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14616" y="2258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24688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5176" y="2487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wishlists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2468880"/>
            <a:ext cx="182880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25496" y="2487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7720" y="2468880"/>
            <a:ext cx="256032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54296" y="2487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78040" y="2468880"/>
            <a:ext cx="1097280" cy="228600"/>
          </a:xfrm>
          <a:prstGeom prst="rect">
            <a:avLst/>
          </a:prstGeom>
          <a:solidFill>
            <a:srgbClr val="DCFCE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14616" y="2487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26974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" y="2715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88920" y="2697480"/>
            <a:ext cx="182880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25496" y="2715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26974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54296" y="2715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78040" y="2697480"/>
            <a:ext cx="109728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14616" y="2715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29260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5176" y="2944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88920" y="2926080"/>
            <a:ext cx="182880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25496" y="29443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seller_id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17720" y="29260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54296" y="2944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8040" y="2926080"/>
            <a:ext cx="109728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14616" y="29443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28600" y="31546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5176" y="3172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88920" y="3154680"/>
            <a:ext cx="182880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25496" y="31729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buyer_id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17720" y="31546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54296" y="3172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78040" y="3154680"/>
            <a:ext cx="109728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14616" y="31729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33832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5176" y="3401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payments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88920" y="3383280"/>
            <a:ext cx="182880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25496" y="3401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transaction_id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17720" y="33832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654296" y="3401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78040" y="3383280"/>
            <a:ext cx="109728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214616" y="3401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36118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65176" y="3630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payments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788920" y="3611880"/>
            <a:ext cx="182880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25496" y="3630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payer_id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17720" y="3611880"/>
            <a:ext cx="256032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54296" y="3630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78040" y="3611880"/>
            <a:ext cx="1097280" cy="228600"/>
          </a:xfrm>
          <a:prstGeom prst="rect">
            <a:avLst/>
          </a:prstGeom>
          <a:solidFill>
            <a:srgbClr val="FEF3C7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214616" y="3630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28600" y="3840480"/>
            <a:ext cx="256032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65176" y="3858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delivery_requests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88920" y="3840480"/>
            <a:ext cx="182880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825496" y="3858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transaction_id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17720" y="3840480"/>
            <a:ext cx="256032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54296" y="3858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78040" y="3840480"/>
            <a:ext cx="109728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14616" y="3858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1:1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28600" y="4069080"/>
            <a:ext cx="256032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5176" y="4087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delivery_requests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88920" y="4069080"/>
            <a:ext cx="182880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825496" y="40873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requester_id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17720" y="4069080"/>
            <a:ext cx="256032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54296" y="4087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178040" y="4069080"/>
            <a:ext cx="1097280" cy="228600"/>
          </a:xfrm>
          <a:prstGeom prst="rect">
            <a:avLst/>
          </a:prstGeom>
          <a:solidFill>
            <a:srgbClr val="EFE4FF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14616" y="40873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28600" y="42976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5176" y="4315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788920" y="42976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825496" y="43159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17720" y="42976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54296" y="4315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178040" y="42976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14616" y="43159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8600" y="45262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65176" y="4544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88920" y="45262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825496" y="4544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transaction_id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17720" y="45262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54296" y="4544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transactions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178040" y="45262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214616" y="4544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8600" y="47548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65176" y="4773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788920" y="47548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825496" y="4773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sender_id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617720" y="47548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54296" y="4773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178040" y="47548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214616" y="4773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28600" y="49834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65176" y="5001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88920" y="49834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825496" y="5001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receiver_id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617720" y="49834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54296" y="5001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178040" y="49834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214616" y="5001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28600" y="52120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65176" y="5230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messages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88920" y="52120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825496" y="52303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chat_room_id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617720" y="52120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654296" y="5230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chat_rooms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178040" y="52120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214616" y="52303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28600" y="54406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5176" y="5458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messages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788920" y="54406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825496" y="54589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sender_id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617720" y="54406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654296" y="5458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178040" y="54406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214616" y="54589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28600" y="56692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65176" y="5687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notifications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88920" y="5669280"/>
            <a:ext cx="182880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825496" y="5687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user_id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617720" y="5669280"/>
            <a:ext cx="256032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54296" y="5687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178040" y="5669280"/>
            <a:ext cx="1097280" cy="228600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214616" y="5687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28600" y="58978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65176" y="5916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user_blocks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788920" y="58978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825496" y="5916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blocker_id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617720" y="58978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654296" y="5916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178040" y="58978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214616" y="5916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28600" y="61264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65176" y="6144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user_blocks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788920" y="61264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825496" y="6144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blocked_id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17720" y="61264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54296" y="6144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178040" y="61264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214616" y="6144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28600" y="63550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65176" y="6373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user_reports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788920" y="63550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825496" y="63733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reporter_id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617720" y="63550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654296" y="63733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178040" y="63550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214616" y="63733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28600" y="65836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65176" y="6601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user_reports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788920" y="65836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825496" y="66019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reported_id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617720" y="65836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654296" y="66019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178040" y="65836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214616" y="66019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28600" y="68122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65176" y="6830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user_reports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788920" y="68122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825496" y="68305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item_id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617720" y="68122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654296" y="68305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items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178040" y="68122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214616" y="68305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28600" y="70408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65176" y="7059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point_histories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788920" y="7040880"/>
            <a:ext cx="182880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825496" y="70591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user_id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4617720" y="7040880"/>
            <a:ext cx="256032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4654296" y="70591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users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178040" y="7040880"/>
            <a:ext cx="1097280" cy="228600"/>
          </a:xfrm>
          <a:prstGeom prst="rect">
            <a:avLst/>
          </a:prstGeom>
          <a:solidFill>
            <a:srgbClr val="FEF2F2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214616" y="70591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228600" y="7269480"/>
            <a:ext cx="256032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65176" y="7287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notices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788920" y="7269480"/>
            <a:ext cx="182880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825496" y="7287768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admin_id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617720" y="7269480"/>
            <a:ext cx="256032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654296" y="7287768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admins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178040" y="7269480"/>
            <a:ext cx="109728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214616" y="7287768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28600" y="7498079"/>
            <a:ext cx="256032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65176" y="7516367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banners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788920" y="7498079"/>
            <a:ext cx="182880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825496" y="7516367"/>
            <a:ext cx="175564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admin_id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617720" y="7498079"/>
            <a:ext cx="256032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654296" y="7516367"/>
            <a:ext cx="2487168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admins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178040" y="7498079"/>
            <a:ext cx="1097280" cy="228600"/>
          </a:xfrm>
          <a:prstGeom prst="rect">
            <a:avLst/>
          </a:prstGeom>
          <a:solidFill>
            <a:srgbClr val="FFF7ED"/>
          </a:solidFill>
          <a:ln w="508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214616" y="7516367"/>
            <a:ext cx="1024127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1F2937"/>
                </a:solidFill>
                <a:latin typeface="맑은 고딕"/>
              </a:rPr>
              <a:t>N:1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