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3" autoAdjust="0"/>
    <p:restoredTop sz="25725" autoAdjust="0"/>
  </p:normalViewPr>
  <p:slideViewPr>
    <p:cSldViewPr snapToGrid="0">
      <p:cViewPr varScale="1">
        <p:scale>
          <a:sx n="28" d="100"/>
          <a:sy n="28" d="100"/>
        </p:scale>
        <p:origin x="37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1D4AD-41B6-4B48-9B8E-F3EA38478F8F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099A5-21BA-4951-891D-9C0C61C744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06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99A5-21BA-4951-891D-9C0C61C7444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7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ISO(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국제표준화기구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기준에 맞게 운영함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dirty="0"/>
              <a:t>기획</a:t>
            </a:r>
            <a:r>
              <a:rPr lang="en-US" altLang="ko-KR" dirty="0"/>
              <a:t>, </a:t>
            </a:r>
            <a:r>
              <a:rPr lang="ko-KR" altLang="en-US" dirty="0"/>
              <a:t>설계 단계에서 문서를 잘 만들면 </a:t>
            </a:r>
            <a:r>
              <a:rPr lang="en-US" altLang="ko-KR" dirty="0"/>
              <a:t>AI</a:t>
            </a:r>
            <a:r>
              <a:rPr lang="ko-KR" altLang="en-US" dirty="0"/>
              <a:t>가 잘 그려준다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99A5-21BA-4951-891D-9C0C61C7444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54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거래 대행 서비스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중고장터 서비스를 이용하는 고객이 서비스를 신청한다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판매 물품의 금액</a:t>
            </a:r>
            <a:r>
              <a:rPr lang="en-US" altLang="ko-KR" dirty="0"/>
              <a:t>, </a:t>
            </a:r>
            <a:r>
              <a:rPr lang="ko-KR" altLang="en-US" dirty="0"/>
              <a:t>거리 등을 확인하여 수수료를 받음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구매자로부터 구매 대금인수 받음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판매자로부터 물품을 인수하고 다각도로 사진 또는 동영상을 찍어 구매자에게 전송한다 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물품 검수는 안함</a:t>
            </a:r>
            <a:r>
              <a:rPr lang="en-US" altLang="ko-KR" dirty="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dirty="0"/>
              <a:t>구매자가 원하는 조건 </a:t>
            </a:r>
            <a:r>
              <a:rPr lang="en-US" altLang="ko-KR" dirty="0"/>
              <a:t>3</a:t>
            </a:r>
            <a:r>
              <a:rPr lang="ko-KR" altLang="en-US" dirty="0"/>
              <a:t>가지는 확인해준다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구매자는 물품을 확인한 뒤</a:t>
            </a:r>
            <a:r>
              <a:rPr lang="en-US" altLang="ko-KR" dirty="0"/>
              <a:t>, </a:t>
            </a:r>
            <a:r>
              <a:rPr lang="ko-KR" altLang="en-US" dirty="0"/>
              <a:t>구매 여부를 확인한다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구매 여부에 대해 </a:t>
            </a:r>
            <a:r>
              <a:rPr lang="en-US" altLang="ko-KR" dirty="0"/>
              <a:t>1</a:t>
            </a:r>
            <a:r>
              <a:rPr lang="ko-KR" altLang="en-US" dirty="0"/>
              <a:t>시간 이내 미확인시 거래 취소</a:t>
            </a:r>
            <a:r>
              <a:rPr lang="en-US" altLang="ko-KR" dirty="0"/>
              <a:t>(</a:t>
            </a:r>
            <a:r>
              <a:rPr lang="ko-KR" altLang="en-US" dirty="0"/>
              <a:t>수수료 환불 </a:t>
            </a:r>
            <a:r>
              <a:rPr lang="en-US" altLang="ko-KR" dirty="0"/>
              <a:t>X)</a:t>
            </a:r>
          </a:p>
          <a:p>
            <a:pPr marL="228600" indent="-228600">
              <a:buAutoNum type="arabicPeriod"/>
            </a:pPr>
            <a:r>
              <a:rPr lang="ko-KR" altLang="en-US" dirty="0"/>
              <a:t>배송기사가 물품을 배송 또는 택배로 대신 부쳐준다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99A5-21BA-4951-891D-9C0C61C7444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539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취미 커뮤니티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다이버와 수영인들을 위한 사이트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라이선스가 없는 초급자들에게 강사를 매칭</a:t>
            </a:r>
            <a:r>
              <a:rPr lang="en-US" altLang="ko-KR" dirty="0"/>
              <a:t>(</a:t>
            </a:r>
            <a:r>
              <a:rPr lang="ko-KR" altLang="en-US" dirty="0"/>
              <a:t>무료</a:t>
            </a:r>
            <a:r>
              <a:rPr lang="en-US" altLang="ko-KR" dirty="0"/>
              <a:t>~</a:t>
            </a:r>
            <a:r>
              <a:rPr lang="ko-KR" altLang="en-US" dirty="0"/>
              <a:t>라이선스 취득 유료 강의</a:t>
            </a:r>
            <a:r>
              <a:rPr lang="en-US" altLang="ko-KR" dirty="0"/>
              <a:t>)</a:t>
            </a:r>
          </a:p>
          <a:p>
            <a:pPr marL="685800" lvl="1" indent="-228600">
              <a:buAutoNum type="arabicPeriod"/>
            </a:pPr>
            <a:r>
              <a:rPr lang="ko-KR" altLang="en-US" dirty="0"/>
              <a:t>중개 수수료</a:t>
            </a:r>
            <a:r>
              <a:rPr lang="en-US" altLang="ko-KR" dirty="0"/>
              <a:t>(</a:t>
            </a:r>
            <a:r>
              <a:rPr lang="ko-KR" altLang="en-US" dirty="0"/>
              <a:t>강사가 </a:t>
            </a:r>
            <a:r>
              <a:rPr lang="ko-KR" altLang="en-US" dirty="0" err="1"/>
              <a:t>등록시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다이버들간의</a:t>
            </a:r>
            <a:r>
              <a:rPr lang="ko-KR" altLang="en-US" dirty="0"/>
              <a:t> 소통과 모임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수영복 코디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수영장 리뷰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라이선스 단체별 소통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길드</a:t>
            </a:r>
            <a:r>
              <a:rPr lang="en-US" altLang="ko-KR" dirty="0"/>
              <a:t>,</a:t>
            </a:r>
            <a:r>
              <a:rPr lang="ko-KR" altLang="en-US" dirty="0" err="1"/>
              <a:t>클랜</a:t>
            </a:r>
            <a:r>
              <a:rPr lang="en-US" altLang="ko-KR" dirty="0"/>
              <a:t>,</a:t>
            </a:r>
            <a:r>
              <a:rPr lang="ko-KR" altLang="en-US" dirty="0"/>
              <a:t>모임</a:t>
            </a:r>
            <a:r>
              <a:rPr lang="en-US" altLang="ko-KR" dirty="0"/>
              <a:t>,</a:t>
            </a:r>
            <a:r>
              <a:rPr lang="ko-KR" altLang="en-US" dirty="0"/>
              <a:t>파티</a:t>
            </a:r>
            <a:r>
              <a:rPr lang="en-US" altLang="ko-KR" dirty="0"/>
              <a:t>,</a:t>
            </a:r>
            <a:r>
              <a:rPr lang="ko-KR" altLang="en-US" dirty="0"/>
              <a:t>카페</a:t>
            </a:r>
            <a:endParaRPr lang="en-US" altLang="ko-KR" dirty="0"/>
          </a:p>
          <a:p>
            <a:pPr marL="1143000" lvl="2" indent="-228600">
              <a:buAutoNum type="arabicPeriod"/>
            </a:pPr>
            <a:r>
              <a:rPr lang="ko-KR" altLang="en-US" dirty="0"/>
              <a:t>상단 </a:t>
            </a:r>
            <a:r>
              <a:rPr lang="ko-KR" altLang="en-US" dirty="0" err="1"/>
              <a:t>노출시</a:t>
            </a:r>
            <a:r>
              <a:rPr lang="en-US" altLang="ko-KR" dirty="0"/>
              <a:t>,</a:t>
            </a:r>
            <a:r>
              <a:rPr lang="ko-KR" altLang="en-US" dirty="0"/>
              <a:t> 유료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버디 또는 여행 동지 구하기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지역별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자유 소통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교육관련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중고거래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ko-KR" altLang="en-US" dirty="0"/>
              <a:t>브랜드 입점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수영장</a:t>
            </a:r>
            <a:r>
              <a:rPr lang="en-US" altLang="ko-KR" dirty="0"/>
              <a:t>, </a:t>
            </a:r>
            <a:r>
              <a:rPr lang="ko-KR" altLang="en-US" dirty="0" err="1"/>
              <a:t>잠수풀</a:t>
            </a:r>
            <a:r>
              <a:rPr lang="en-US" altLang="ko-KR" dirty="0"/>
              <a:t>, </a:t>
            </a:r>
            <a:r>
              <a:rPr lang="ko-KR" altLang="en-US" dirty="0" err="1"/>
              <a:t>서핑장</a:t>
            </a:r>
            <a:r>
              <a:rPr lang="ko-KR" altLang="en-US" dirty="0"/>
              <a:t> 위치 및 후기</a:t>
            </a:r>
            <a:r>
              <a:rPr lang="en-US" altLang="ko-KR" dirty="0"/>
              <a:t>, </a:t>
            </a:r>
            <a:r>
              <a:rPr lang="ko-KR" altLang="en-US" dirty="0"/>
              <a:t>예약 등</a:t>
            </a:r>
            <a:r>
              <a:rPr lang="en-US" altLang="ko-KR" dirty="0"/>
              <a:t> </a:t>
            </a:r>
            <a:r>
              <a:rPr lang="ko-KR" altLang="en-US" dirty="0"/>
              <a:t>서비스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다이빙</a:t>
            </a:r>
            <a:r>
              <a:rPr lang="en-US" altLang="ko-KR" dirty="0"/>
              <a:t>, </a:t>
            </a:r>
            <a:r>
              <a:rPr lang="ko-KR" altLang="en-US" dirty="0"/>
              <a:t>수영</a:t>
            </a:r>
            <a:r>
              <a:rPr lang="en-US" altLang="ko-KR" dirty="0"/>
              <a:t>, </a:t>
            </a:r>
            <a:r>
              <a:rPr lang="ko-KR" altLang="en-US" dirty="0"/>
              <a:t>서핑 등 대회나 관련 뉴스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수익은 브랜드나 단체에서 광고하는 것으로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########</a:t>
            </a:r>
            <a:r>
              <a:rPr lang="ko-KR" altLang="en-US" dirty="0"/>
              <a:t>관리자 메뉴는</a:t>
            </a:r>
            <a:r>
              <a:rPr lang="en-US" altLang="ko-KR" dirty="0"/>
              <a:t>??############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사용자 통계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사용자 관리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문의사항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광고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골프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테니스</a:t>
            </a:r>
            <a:r>
              <a:rPr lang="en-US" altLang="ko-KR" dirty="0"/>
              <a:t>, </a:t>
            </a:r>
            <a:r>
              <a:rPr lang="ko-KR" altLang="en-US" dirty="0"/>
              <a:t>배드민턴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축구</a:t>
            </a:r>
            <a:r>
              <a:rPr lang="en-US" altLang="ko-KR" dirty="0"/>
              <a:t>, </a:t>
            </a:r>
            <a:r>
              <a:rPr lang="ko-KR" altLang="en-US" dirty="0" err="1"/>
              <a:t>풋살</a:t>
            </a:r>
            <a:r>
              <a:rPr lang="en-US" altLang="ko-KR" dirty="0"/>
              <a:t>, </a:t>
            </a:r>
            <a:r>
              <a:rPr lang="ko-KR" altLang="en-US" dirty="0"/>
              <a:t>족구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야구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농구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 err="1"/>
              <a:t>런닝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바이크</a:t>
            </a:r>
            <a:r>
              <a:rPr lang="en-US" altLang="ko-KR" dirty="0"/>
              <a:t>, </a:t>
            </a:r>
            <a:r>
              <a:rPr lang="ko-KR" altLang="en-US" dirty="0"/>
              <a:t>로드 자전거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</a:t>
            </a:r>
            <a:r>
              <a:rPr lang="ko-KR" altLang="en-US" dirty="0"/>
              <a:t>오케스트라</a:t>
            </a:r>
            <a:r>
              <a:rPr lang="en-US" altLang="ko-KR" dirty="0"/>
              <a:t>, </a:t>
            </a:r>
            <a:r>
              <a:rPr lang="ko-KR" altLang="en-US" dirty="0"/>
              <a:t>밴드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099A5-21BA-4951-891D-9C0C61C7444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64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EE580-F7A4-4D4C-3DDB-1EAC03EB4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0F3992-DB0D-119D-74D4-E9BE8E487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93A319-9D82-DAFB-C16F-A3D7D6AC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49723-BB90-F17A-A685-56D457550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8CD88C-D3AA-6BE4-9454-F1C54FAD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38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F8FD7-E3FB-303B-FAE2-7CF76E0C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7D1AB-EA68-0C55-3167-EE500A31A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4D2FB8-1647-0E0C-3AC6-037670C12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249B2A-C754-35EB-F837-45BBE15A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2CF83-22E8-3E4C-EEB8-4B3A8906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5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DEBF3-3ADB-F1AB-ACB1-FC3A9681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34CF23-3F45-EF05-03E4-333A3CFED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0E36BD-8707-A371-B982-CFB3EF0C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3C72E-34A0-85E2-3FDE-6BB2DBC3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455AE8-FAD0-A7E0-2968-AD26DF8E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28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A87B7-277F-BA9F-7605-BDF2D8A2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59A4A-2C1D-6029-DC4E-309227C11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3E039B-12B1-D8FC-C2D8-9596D0C53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EFC290-95AC-BF69-B58A-E4C7F542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2DC9C3-8088-1BEB-682D-20D23CAF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82CE2E-797F-E1F6-30E3-FD865620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7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36408-A34C-67F1-2C5A-49C7A7FF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B6EF9-4275-B1CB-61D2-7984A0806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86A437-1DFB-59F3-E088-F9FABC931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A65DD4-8905-0A50-F9D0-04A0C2FCD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C681A9-14E7-69E4-5D98-85781A381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175C5E-AA8A-C5E6-26E8-43EA5F4E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F73D75-D662-957C-F84B-96BF0033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EE223B-0185-7D47-5015-B98E92D4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5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A9461-F758-F979-1C12-7DDE3E1F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40D43A-B056-6374-32F3-0EC3A478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32FBC1-C95D-0D0E-8747-3B4932FF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CD7C64-291B-62BE-F190-A1866011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49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B57254-D29A-4271-8110-E7048C7F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B37C41-DE51-B63E-D533-309249DC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07FFF-E46E-314E-D995-9998570F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831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5EF21-440E-01F2-7634-CE8A830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434DD-BD62-AA81-3219-5FDE3AFB2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469462-6904-A0AA-FF0B-AF4E7AE1A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6FAE14-31EF-32F1-492C-0477E400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E904A-35DC-0BDF-FA7E-4EAB76F2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9BDB79-61C8-B384-A4F7-8A7FF0C9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98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774F5-30C0-F54F-4E33-CE7C346FF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21E548-6782-DDA3-F5FB-EF9E33165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E99E3-228E-179E-3E7D-EF5DE872E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F042BD-DD51-3030-96B5-7289CF79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1DC0A9-5288-6EE0-1CB6-24265031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6D757-3A6F-54B2-79A6-4DC8570C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19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23709-C07F-4083-3388-E3187F2F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772436-D516-353D-2A4F-230DA031C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EF2E8-A275-9EEC-EB3D-13A11A40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8E6A41-A93F-0159-E6B1-BF4109CB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F6777B-AB90-E3A8-B883-1149F692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1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E73536-A1BA-0673-0055-0D1418D59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DDF8F9-E4C0-752E-6E23-901EFAC94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43715-0FCA-4D3C-1A34-4DA4F0CF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23D14-1602-8DD0-9E51-38472F30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62D5F8-B23D-E35C-4256-5ADDA016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4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4108AA-CA08-952D-8B2D-FB8273D1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BC4320-EFD8-1F9D-2905-8F9448043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6DC96-DFFF-0E96-B8AE-3BF234EB9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19355-F2CB-43E7-8AF8-D1C78A1C5BD8}" type="datetimeFigureOut">
              <a:rPr lang="ko-KR" altLang="en-US" smtClean="0"/>
              <a:t>2026-04-25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88393-281A-7035-3EC5-92765DAFE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69CE43-5696-EC37-2B2F-7369D971F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C7C05-0573-4AB5-B92E-C98EB44538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14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029F7-9DE7-4BFD-1A0F-2E7BE542E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A95AA4-EE34-FE93-A349-D3A58B3C7A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848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ECA3E49-0685-CEED-DEC6-2A8E59CF3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07"/>
            <a:ext cx="10515600" cy="712564"/>
          </a:xfrm>
        </p:spPr>
        <p:txBody>
          <a:bodyPr>
            <a:normAutofit/>
          </a:bodyPr>
          <a:lstStyle/>
          <a:p>
            <a:r>
              <a:rPr lang="ko-KR" altLang="en-US" dirty="0"/>
              <a:t>운영계획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9F50FC2-CE52-9728-DFB9-E6F740CCD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8215" y="1175656"/>
            <a:ext cx="5611586" cy="538843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아이디어 수집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아이디어 선별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팀명과</a:t>
            </a:r>
            <a:r>
              <a:rPr lang="ko-KR" altLang="en-US" dirty="0"/>
              <a:t> 프로젝트명 설정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일정 및 운영계획 수립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제품 전략 설정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계획서 및 요구사항 정의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담당 업무 배정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코드 컨벤션 및 비즈니스 룰 설정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구체적인 설계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시스템 흐름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개념모델링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클래스 다이어그램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ERD</a:t>
            </a:r>
          </a:p>
          <a:p>
            <a:pPr marL="514350" indent="-51435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D0F5B01-DD8C-B5D3-3EB9-F03A4BC55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4731" y="1175656"/>
            <a:ext cx="5611586" cy="538843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각 업무별 구현 단계 진입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데이터베이스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메인 로직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API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UX UI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테스트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디버깅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배포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모니터링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핫픽스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보고서 작성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8961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0BB05-8266-E50F-863B-BC93439D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33FE8C-22BF-2F2C-C587-07467CEEC8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18C13D-FF5D-3AA2-07DD-DFFF64A24D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47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B1622-554D-0BCF-9C07-274585E6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13D47-7BA9-3DB7-70E8-4085042116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91E9FB-E1EF-A4DD-55F4-F09D46B746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866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275</Words>
  <Application>Microsoft Office PowerPoint</Application>
  <PresentationFormat>와이드스크린</PresentationFormat>
  <Paragraphs>78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운영계획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혜진 김</dc:creator>
  <cp:lastModifiedBy>혜진 김</cp:lastModifiedBy>
  <cp:revision>3</cp:revision>
  <dcterms:created xsi:type="dcterms:W3CDTF">2026-04-17T11:43:48Z</dcterms:created>
  <dcterms:modified xsi:type="dcterms:W3CDTF">2026-04-25T13:58:06Z</dcterms:modified>
</cp:coreProperties>
</file>