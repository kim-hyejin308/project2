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603200" cy="3108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256032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맑은 고딕"/>
              </a:rPr>
              <a:t>쓸랭 — 사용자 플로우차트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25603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메인페이지 진입 → 네비게이션 분기 → 로그인 → 거래 → 배달대행 → 완료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612880" y="1554480"/>
            <a:ext cx="2377440" cy="6400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1F2937"/>
                </a:solidFill>
                <a:latin typeface="맑은 고딕"/>
              </a:rPr>
              <a:t>시작 (웹 진입)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834639"/>
            <a:ext cx="8229600" cy="13716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메인 페이지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[ 상단 네비게이션 | 배너(이벤트/공지) | 추천 물품 리스트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0" y="2194560"/>
            <a:ext cx="0" cy="640079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11612880" y="47548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네비게이션</a:t>
            </a:r>
          </a:p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메뉴 선택?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0" y="4206240"/>
            <a:ext cx="0" cy="548639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6304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로그인/회원가입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34640" y="5669279"/>
            <a:ext cx="996696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3776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물품 찾기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309360" y="5669279"/>
            <a:ext cx="64922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9536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물품 등록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9966960" y="5669279"/>
            <a:ext cx="28346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63040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배달대행 신청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0" y="5669279"/>
            <a:ext cx="320040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92224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새소식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0" y="5669279"/>
            <a:ext cx="64922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396960" y="6309359"/>
            <a:ext cx="2743200" cy="731519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채팅/알림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0" y="5669279"/>
            <a:ext cx="996696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1645920" y="74980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회원인가?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-640080" y="905255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회원가입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(UC-01)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57200" y="7955279"/>
            <a:ext cx="118872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19" y="854506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905255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로그인 화면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7955279"/>
            <a:ext cx="118872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97680" y="854506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29" name="Diamond 28"/>
          <p:cNvSpPr/>
          <p:nvPr/>
        </p:nvSpPr>
        <p:spPr>
          <a:xfrm>
            <a:off x="1645920" y="1033271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소셜 로그인?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9692639"/>
            <a:ext cx="23774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834640" y="9692639"/>
            <a:ext cx="23774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-640080" y="1188719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소셜 인증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(UC-03)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57200" y="10789919"/>
            <a:ext cx="118872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19" y="113797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1188719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ID/PW 입력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(UC-02)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23360" y="10789919"/>
            <a:ext cx="118872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80" y="113797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No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13167359"/>
            <a:ext cx="23774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로그인 완료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12527279"/>
            <a:ext cx="23774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834640" y="12527279"/>
            <a:ext cx="237744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737360" y="13944599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↑ 메인페이지로 복귀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749807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검색 / 필터링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(UC-17, UC-18)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936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120640" y="859535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물품 상세 조회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(UC-16)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09360" y="813815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iamond 45"/>
          <p:cNvSpPr/>
          <p:nvPr/>
        </p:nvSpPr>
        <p:spPr>
          <a:xfrm>
            <a:off x="5120640" y="97840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거래 진행?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9235439"/>
            <a:ext cx="0" cy="5486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468880" y="992123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관심등록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(UC-24)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3566160" y="10241279"/>
            <a:ext cx="1554480" cy="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23360" y="101224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1124711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채팅하기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(UC-21)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10698479"/>
            <a:ext cx="0" cy="5486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989320" y="1085392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1234439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거래 예약(확정)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(UC-31)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9360" y="1188719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5120640" y="1353311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대여 / 거래?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09360" y="12984479"/>
            <a:ext cx="0" cy="5486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468880" y="13670279"/>
            <a:ext cx="2194560" cy="82295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대여금+보증금</a:t>
            </a:r>
          </a:p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결제 (UC-19)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3566160" y="13990319"/>
            <a:ext cx="1554480" cy="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023360" y="1387144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대여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13670279"/>
            <a:ext cx="2194560" cy="82295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구매/판매</a:t>
            </a:r>
          </a:p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결제 (UC-20)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498080" y="13990319"/>
            <a:ext cx="1554480" cy="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955280" y="1387144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거래</a:t>
            </a:r>
          </a:p>
        </p:txBody>
      </p:sp>
      <p:sp>
        <p:nvSpPr>
          <p:cNvPr id="64" name="Diamond 63"/>
          <p:cNvSpPr/>
          <p:nvPr/>
        </p:nvSpPr>
        <p:spPr>
          <a:xfrm>
            <a:off x="5120640" y="1508759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배달대행 사용?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566160" y="14401799"/>
            <a:ext cx="2743200" cy="6858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6309360" y="14401799"/>
            <a:ext cx="2743200" cy="6858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468880" y="1664207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배달대행 신청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(UC-33)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3566160" y="15544799"/>
            <a:ext cx="155448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23360" y="16134588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70" name="Parallelogram 69"/>
          <p:cNvSpPr/>
          <p:nvPr/>
        </p:nvSpPr>
        <p:spPr>
          <a:xfrm>
            <a:off x="2377440" y="17647919"/>
            <a:ext cx="2377440" cy="685800"/>
          </a:xfrm>
          <a:prstGeom prst="parallelogram">
            <a:avLst/>
          </a:prstGeom>
          <a:solidFill>
            <a:srgbClr val="E0E7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물품 정보 입력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(이미지/무게/주소)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566160" y="17282159"/>
            <a:ext cx="0" cy="36576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468880" y="1869947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수수료 결제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(UC-35)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566160" y="18333719"/>
            <a:ext cx="0" cy="36576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468880" y="1970531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배달 현황 조회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(UC-36)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566160" y="19339559"/>
            <a:ext cx="0" cy="36576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955280" y="1664207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직접 거래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(오프라인)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498080" y="15544799"/>
            <a:ext cx="1554480" cy="14173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955280" y="16134588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No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20640" y="20985479"/>
            <a:ext cx="23774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거래 완료</a:t>
            </a:r>
          </a:p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(UC-32)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566160" y="20345399"/>
            <a:ext cx="2743200" cy="96012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6309360" y="17282159"/>
            <a:ext cx="2743200" cy="402336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Diamond 81"/>
          <p:cNvSpPr/>
          <p:nvPr/>
        </p:nvSpPr>
        <p:spPr>
          <a:xfrm>
            <a:off x="5120640" y="2217419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대여 거래?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309360" y="21625559"/>
            <a:ext cx="0" cy="5486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468880" y="22311359"/>
            <a:ext cx="2194560" cy="82295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보증금 반환</a:t>
            </a:r>
          </a:p>
          <a:p>
            <a:pPr algn="ctr"/>
            <a:r>
              <a:rPr sz="950" b="0">
                <a:solidFill>
                  <a:srgbClr val="1F2937"/>
                </a:solidFill>
                <a:latin typeface="맑은 고딕"/>
              </a:rPr>
              <a:t>(UC-43, 관리자)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3566160" y="22631399"/>
            <a:ext cx="1554480" cy="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023360" y="2251252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937760" y="23728679"/>
            <a:ext cx="2743200" cy="6400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거래 완료 / 종료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309360" y="23088599"/>
            <a:ext cx="0" cy="6400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89320" y="2328976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No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566160" y="23042879"/>
            <a:ext cx="2743200" cy="10058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iamond 90"/>
          <p:cNvSpPr/>
          <p:nvPr/>
        </p:nvSpPr>
        <p:spPr>
          <a:xfrm>
            <a:off x="8778240" y="74980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로그인됨?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96696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223760" y="7772400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→ 로그인</a:t>
            </a:r>
          </a:p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   화면으로</a:t>
            </a:r>
          </a:p>
        </p:txBody>
      </p:sp>
      <p:cxnSp>
        <p:nvCxnSpPr>
          <p:cNvPr id="94" name="Connector 93"/>
          <p:cNvCxnSpPr/>
          <p:nvPr/>
        </p:nvCxnSpPr>
        <p:spPr>
          <a:xfrm flipH="1">
            <a:off x="8138160" y="7955279"/>
            <a:ext cx="640080" cy="0"/>
          </a:xfrm>
          <a:prstGeom prst="line">
            <a:avLst/>
          </a:prstGeom>
          <a:ln w="17780">
            <a:solidFill>
              <a:srgbClr val="B91C1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138160" y="78364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맑은 고딕"/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78240" y="905255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물품 등록 화면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(UC-13)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966960" y="8412480"/>
            <a:ext cx="0" cy="640079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646920" y="861364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99" name="Parallelogram 98"/>
          <p:cNvSpPr/>
          <p:nvPr/>
        </p:nvSpPr>
        <p:spPr>
          <a:xfrm>
            <a:off x="8778240" y="10149839"/>
            <a:ext cx="2377440" cy="685800"/>
          </a:xfrm>
          <a:prstGeom prst="parallelogram">
            <a:avLst/>
          </a:prstGeom>
          <a:solidFill>
            <a:srgbClr val="E0E7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거래/공유 태그 +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해시태그 입력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9966960" y="969263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778240" y="11384279"/>
            <a:ext cx="23774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등록 완료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966960" y="10835639"/>
            <a:ext cx="0" cy="54864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Diamond 102"/>
          <p:cNvSpPr/>
          <p:nvPr/>
        </p:nvSpPr>
        <p:spPr>
          <a:xfrm>
            <a:off x="14813280" y="74980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로그인됨?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600200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7373600" y="7772400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→ 로그인</a:t>
            </a:r>
          </a:p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   화면으로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7190720" y="7955279"/>
            <a:ext cx="640080" cy="0"/>
          </a:xfrm>
          <a:prstGeom prst="line">
            <a:avLst/>
          </a:prstGeom>
          <a:ln w="17780">
            <a:solidFill>
              <a:srgbClr val="B91C1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7190719" y="78364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맑은 고딕"/>
              </a:rPr>
              <a:t>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813280" y="9052559"/>
            <a:ext cx="2377440" cy="73151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성사된 거래에서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신청 (UC-33)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6002000" y="8412480"/>
            <a:ext cx="0" cy="640079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5681959" y="861364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538960" y="10058399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※ 거래 흐름의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  배달대행 단계로 합류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105120" y="749807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새소식 화면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929384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Diamond 113"/>
          <p:cNvSpPr/>
          <p:nvPr/>
        </p:nvSpPr>
        <p:spPr>
          <a:xfrm>
            <a:off x="18105120" y="859535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조회 항목?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9293840" y="813815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16002000" y="1005839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공지사항 조회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(UC-38)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17099280" y="9052559"/>
            <a:ext cx="1005840" cy="13258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7282160" y="959662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공지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391120" y="10058399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이벤트 조회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(UC-39)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0482560" y="9052559"/>
            <a:ext cx="1005840" cy="132588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0665440" y="959662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이벤트</a:t>
            </a:r>
          </a:p>
        </p:txBody>
      </p:sp>
      <p:sp>
        <p:nvSpPr>
          <p:cNvPr id="122" name="Diamond 121"/>
          <p:cNvSpPr/>
          <p:nvPr/>
        </p:nvSpPr>
        <p:spPr>
          <a:xfrm>
            <a:off x="21579839" y="7498079"/>
            <a:ext cx="237744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로그인됨?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2768560" y="704087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0025360" y="7772400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→ 로그인</a:t>
            </a:r>
          </a:p>
          <a:p>
            <a:pPr algn="ctr"/>
            <a:r>
              <a:rPr sz="1000" b="0">
                <a:solidFill>
                  <a:srgbClr val="B91C1C"/>
                </a:solidFill>
                <a:latin typeface="맑은 고딕"/>
              </a:rPr>
              <a:t>   화면으로</a:t>
            </a:r>
          </a:p>
        </p:txBody>
      </p:sp>
      <p:cxnSp>
        <p:nvCxnSpPr>
          <p:cNvPr id="125" name="Connector 124"/>
          <p:cNvCxnSpPr/>
          <p:nvPr/>
        </p:nvCxnSpPr>
        <p:spPr>
          <a:xfrm flipH="1">
            <a:off x="20939760" y="7955279"/>
            <a:ext cx="640079" cy="0"/>
          </a:xfrm>
          <a:prstGeom prst="line">
            <a:avLst/>
          </a:prstGeom>
          <a:ln w="17780">
            <a:solidFill>
              <a:srgbClr val="B91C1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20939760" y="783640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맑은 고딕"/>
              </a:rPr>
              <a:t>No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1579839" y="9052559"/>
            <a:ext cx="23774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 / 알림 목록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22768560" y="8412480"/>
            <a:ext cx="0" cy="640079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22448519" y="8613647"/>
            <a:ext cx="640080" cy="237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맑은 고딕"/>
              </a:rPr>
              <a:t>Yes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1579839" y="10149839"/>
            <a:ext cx="2377440" cy="82295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채팅하기 (UC-21)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알림 수신 (UC-25~27)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22768560" y="9692639"/>
            <a:ext cx="0" cy="457200"/>
          </a:xfrm>
          <a:prstGeom prst="line">
            <a:avLst/>
          </a:prstGeom>
          <a:ln w="17780">
            <a:solidFill>
              <a:srgbClr val="37415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457200" y="2852928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28575000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74151"/>
                </a:solidFill>
                <a:latin typeface="맑은 고딕"/>
              </a:rPr>
              <a:t>범례 (Legend)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40080" y="28940760"/>
            <a:ext cx="457200" cy="2011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80160" y="2892247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시작 / 종료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40080" y="29215080"/>
            <a:ext cx="457200" cy="2011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80160" y="2919679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페이지 / 완료 처리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40080" y="29489400"/>
            <a:ext cx="457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280160" y="29471111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처리 (Process)</a:t>
            </a:r>
          </a:p>
        </p:txBody>
      </p:sp>
      <p:sp>
        <p:nvSpPr>
          <p:cNvPr id="140" name="Diamond 139"/>
          <p:cNvSpPr/>
          <p:nvPr/>
        </p:nvSpPr>
        <p:spPr>
          <a:xfrm>
            <a:off x="640080" y="29763719"/>
            <a:ext cx="457200" cy="201168"/>
          </a:xfrm>
          <a:prstGeom prst="diamond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80160" y="29745431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결정 (Decision)</a:t>
            </a:r>
          </a:p>
        </p:txBody>
      </p:sp>
      <p:sp>
        <p:nvSpPr>
          <p:cNvPr id="142" name="Parallelogram 141"/>
          <p:cNvSpPr/>
          <p:nvPr/>
        </p:nvSpPr>
        <p:spPr>
          <a:xfrm>
            <a:off x="640080" y="30038040"/>
            <a:ext cx="457200" cy="201168"/>
          </a:xfrm>
          <a:prstGeom prst="parallelogram">
            <a:avLst/>
          </a:prstGeom>
          <a:solidFill>
            <a:srgbClr val="E0E7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80160" y="3001975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입력 / 출력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0" y="30632400"/>
            <a:ext cx="2560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쓸랭_회의록_0421 · 쓸랭_유스케이스_0425 · 메인페이지 와이어프레임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